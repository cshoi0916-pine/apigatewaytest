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구현 현황 및 로드맵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3657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  ·  JWT  ·  Redis  ·  PostgreSQL  ·  Prometheus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API Gateway인가?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3749040" cy="35661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(Gateway 없음)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81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클라이언트가 8081, 8082 직접 호출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30552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1122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로직을 서버마다 각각 구현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60904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642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추가 시 클라이언트 코드 수정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91256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1729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 감지를 클라이언트가 직접 처리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21608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로깅/모니터링 불가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1005840"/>
            <a:ext cx="3749040" cy="35661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051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(Gateway 도입)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212080" y="1600200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04688" y="1581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클라이언트는 8080 하나만 알면 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12080" y="21305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04688" y="21122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인증/로깅/제한 게이트웨이에서 통합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12080" y="2660904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4688" y="2642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추가 시 코드 변경 없음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12080" y="3191256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04688" y="31729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헬스체크로 장애 자동 감지·복구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12080" y="3721608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04688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Prometheus로 통합 모니터링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60520" y="2697480"/>
            <a:ext cx="8229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2514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7293"/>
                </a:solidFill>
              </a:rPr>
              <a:t>▶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구현 완료된 기능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34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JWT 인증/인가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6459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토큰 검증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ADMIN 권한 분리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651760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234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🗝️  API Key 관리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16459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 발급·삭제·조회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DB(PostgreSQL) 영속 저장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960120"/>
            <a:ext cx="2651760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234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 Rate Limiting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44768" y="16459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Key별 분당 제한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기반 분산 처리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80360"/>
            <a:ext cx="2651760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154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로드밸런싱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" y="35661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backend-01, 02 분산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LoadBalancer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8803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80360"/>
            <a:ext cx="2651760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3154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헬스체크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10128" y="35661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5초 주기 자동 감지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 서버 자동 제외·복구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8803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880360"/>
            <a:ext cx="2651760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3154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로깅 &amp; 모니터링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44768" y="35661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ID 전파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처리 파이프라인 (필터 실행 순서)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463040"/>
            <a:ext cx="1078992" cy="8686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536192"/>
            <a:ext cx="10789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35938" y="1737360"/>
            <a:ext cx="1322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96568" y="1463040"/>
            <a:ext cx="1078992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96568" y="1536192"/>
            <a:ext cx="10789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(-100)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03906" y="1737360"/>
            <a:ext cx="1322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64536" y="1463040"/>
            <a:ext cx="1078992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64536" y="1536192"/>
            <a:ext cx="10789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Filter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71874" y="1737360"/>
            <a:ext cx="1322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032504" y="1463040"/>
            <a:ext cx="1078992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32504" y="1536192"/>
            <a:ext cx="10789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(-3)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39842" y="1737360"/>
            <a:ext cx="1322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00472" y="1463040"/>
            <a:ext cx="1078992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0472" y="1536192"/>
            <a:ext cx="10789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(-2)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7810" y="1737360"/>
            <a:ext cx="1322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68440" y="1463040"/>
            <a:ext cx="1078992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68440" y="1536192"/>
            <a:ext cx="10789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75778" y="1737360"/>
            <a:ext cx="1322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836408" y="1463040"/>
            <a:ext cx="1078992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836408" y="1536192"/>
            <a:ext cx="10789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788920"/>
            <a:ext cx="2651760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28529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경로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324612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/gateway/admin/**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X-ADMIN-KEY 헤더 검증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통과 시 JWT·API Key 검사 생략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91840" y="2788920"/>
            <a:ext cx="2651760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429000" y="28529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API 경로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29000" y="324612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/api/**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API Key 검증 후 Redis Rate Limit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JWT 검증 후 백엔드 라우팅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2788920"/>
            <a:ext cx="2651760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63640" y="28529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제외 경로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63640" y="324612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/auth/**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JWT·API Key 검사 없이 통과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토큰 발급 전용 엔드포인트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단계: Eureka Service Discovery 도입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3840480" cy="374904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875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구조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백엔드 주소 코드에 하드코딩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(localhost:8081, localhost:8082)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237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헬스체크 직접 구현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8712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(BackendHealthChecker.java)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서버 추가 시 코드 수정 필요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9136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확장성 낮음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51960" y="2560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C39A"/>
                </a:solidFill>
              </a:rPr>
              <a:t>⟹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937760" y="960120"/>
            <a:ext cx="3840480" cy="37490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9875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도입 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1481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Eureka Server 중앙 등록소 운영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2176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백엔드가 시작 시 자동 등록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25237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Gateway가 목록 자동 조회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32186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서버 추가 = 설정 한 줄만 추가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헬스체크 Eureka가 담당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39136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기존 코드 대폭 제거 가능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45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제거 예정: ServerRegistry.java  ·  BackendHealthChecker.java  ·  HealthCheckScheduler.java  ·  LoadBalancerConfig.java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로드맵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2697480" cy="3794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6974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완료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" y="1536192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5087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 기반 구성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" y="204825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0208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인증 / ADMIN 권한 분리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" y="2560320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5328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발급·관리 (PostgreSQL)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" y="3072384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0449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Rate Limiting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" y="358444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5570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헬스체크 + 로드밸런싱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" y="4096512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4069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/ Grafana 연동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1005840"/>
            <a:ext cx="2697480" cy="3794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005840"/>
            <a:ext cx="26974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0332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진행 예정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64992" y="153619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4448" y="15087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Server 모듈 추가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64992" y="204825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84448" y="20208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→ Eureka Client 전환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64992" y="256032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84448" y="25328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backend-01/02 → Eureka 자동 등록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64992" y="3072384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84448" y="30449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수동 헬스체크 코드 제거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64992" y="358444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84448" y="35570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Docker 컨테이너화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80760" y="1005840"/>
            <a:ext cx="2697480" cy="3794760"/>
          </a:xfrm>
          <a:prstGeom prst="rect">
            <a:avLst/>
          </a:prstGeom>
          <a:solidFill>
            <a:srgbClr val="0D1B2A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0760" y="1005840"/>
            <a:ext cx="2697480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10332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향후 검토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45352" y="1536192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64808" y="15087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(연속 장애 즉시 차단)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45352" y="2048256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64808" y="20208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도입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45352" y="2560320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64808" y="25328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캐싱 (Redis)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45352" y="3072384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64808" y="30449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차단 / 화이트리스트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45352" y="3584448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64808" y="35570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환경별 설정 분리 (dev / prod)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프로젝트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154680"/>
            <a:ext cx="27432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  ·  Eureka  ·  Redis  ·  PostgreSQL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Gateway 프로젝트</dc:title>
  <dc:subject>PptxGenJS Presentation</dc:subject>
  <dc:creator>PptxGenJS</dc:creator>
  <cp:lastModifiedBy>PptxGenJS</cp:lastModifiedBy>
  <cp:revision>1</cp:revision>
  <dcterms:created xsi:type="dcterms:W3CDTF">2026-06-01T04:23:00Z</dcterms:created>
  <dcterms:modified xsi:type="dcterms:W3CDTF">2026-06-01T04:23:00Z</dcterms:modified>
</cp:coreProperties>
</file>